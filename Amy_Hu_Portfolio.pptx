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096305"/>
  <p:notesSz cx="609630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alaxyvoyager001-art.github.io/Amy_portfolio/website/" TargetMode="External"/><Relationship Id="rId1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 txBox="1"/>
          <p:nvPr/>
        </p:nvSpPr>
        <p:spPr>
          <a:xfrm>
            <a:off x="4224528" y="577900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v/hi_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96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Amy Hu Portfolio</dc:title>
  <dc:subject>PptxGenJS Presentation</dc:subject>
  <dc:creator>Amy Hu</dc:creator>
  <cp:lastModifiedBy>Amy Hu</cp:lastModifiedBy>
  <cp:revision>1</cp:revision>
  <dcterms:created xsi:type="dcterms:W3CDTF">2026-10-11T05:21:21Z</dcterms:created>
  <dcterms:modified xsi:type="dcterms:W3CDTF">2026-10-11T05:21:21Z</dcterms:modified>
</cp:coreProperties>
</file>